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33n4jHs90JEiRe+9iOgIG8Y18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2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30" name="Google Shape;30;p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16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7" name="Google Shape;37;p16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 rot="5400000">
            <a:off x="10089390" y="1792223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1" type="ftr"/>
          </p:nvPr>
        </p:nvSpPr>
        <p:spPr>
          <a:xfrm rot="5400000">
            <a:off x="8959592" y="3226820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10351008" y="292608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45" name="Google Shape;45;p1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17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7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7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4" name="Google Shape;54;p17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55" name="Google Shape;55;p17"/>
          <p:cNvSpPr txBox="1"/>
          <p:nvPr>
            <p:ph type="title"/>
          </p:nvPr>
        </p:nvSpPr>
        <p:spPr>
          <a:xfrm>
            <a:off x="1154956" y="2677645"/>
            <a:ext cx="4351023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6895558" y="2677644"/>
            <a:ext cx="3755379" cy="2283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1" name="Google Shape;71;p19"/>
          <p:cNvSpPr txBox="1"/>
          <p:nvPr>
            <p:ph idx="2" type="body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3" type="body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3" name="Google Shape;73;p19"/>
          <p:cNvSpPr txBox="1"/>
          <p:nvPr>
            <p:ph idx="4" type="body"/>
          </p:nvPr>
        </p:nvSpPr>
        <p:spPr>
          <a:xfrm>
            <a:off x="6208710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9" name="Google Shape;89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2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2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2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8" name="Google Shape;98;p2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9" name="Google Shape;99;p22"/>
          <p:cNvSpPr txBox="1"/>
          <p:nvPr>
            <p:ph type="title"/>
          </p:nvPr>
        </p:nvSpPr>
        <p:spPr>
          <a:xfrm>
            <a:off x="1154954" y="1295400"/>
            <a:ext cx="279315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781146" y="1447800"/>
            <a:ext cx="519006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1154955" y="2895600"/>
            <a:ext cx="2793158" cy="3129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8" name="Google Shape;108;p2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3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3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6" name="Google Shape;116;p23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8" name="Google Shape;118;p23"/>
          <p:cNvSpPr txBox="1"/>
          <p:nvPr>
            <p:ph type="title"/>
          </p:nvPr>
        </p:nvSpPr>
        <p:spPr>
          <a:xfrm>
            <a:off x="1153907" y="1693332"/>
            <a:ext cx="3860260" cy="17356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3"/>
          <p:cNvSpPr/>
          <p:nvPr>
            <p:ph idx="2" type="pic"/>
          </p:nvPr>
        </p:nvSpPr>
        <p:spPr>
          <a:xfrm>
            <a:off x="6547870" y="1143000"/>
            <a:ext cx="3227193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154955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4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7" name="Google Shape;127;p2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4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4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5" name="Google Shape;135;p2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6" name="Google Shape;136;p24"/>
          <p:cNvSpPr txBox="1"/>
          <p:nvPr>
            <p:ph type="title"/>
          </p:nvPr>
        </p:nvSpPr>
        <p:spPr>
          <a:xfrm>
            <a:off x="1154956" y="4966674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/>
          <p:nvPr>
            <p:ph idx="2" type="pic"/>
          </p:nvPr>
        </p:nvSpPr>
        <p:spPr>
          <a:xfrm>
            <a:off x="1154955" y="685800"/>
            <a:ext cx="8825658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54956" y="553666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9" name="Google Shape;139;p24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45" name="Google Shape;145;p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5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5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5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3" name="Google Shape;153;p25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4" name="Google Shape;154;p25"/>
          <p:cNvSpPr txBox="1"/>
          <p:nvPr>
            <p:ph type="title"/>
          </p:nvPr>
        </p:nvSpPr>
        <p:spPr>
          <a:xfrm>
            <a:off x="1154954" y="1063416"/>
            <a:ext cx="8825659" cy="1379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6" name="Google Shape;156;p25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62" name="Google Shape;162;p2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70" name="Google Shape;170;p26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1" name="Google Shape;171;p26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1581878" y="980517"/>
            <a:ext cx="8453906" cy="2698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1945945" y="3678766"/>
            <a:ext cx="7725772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5" name="Google Shape;175;p26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6" name="Google Shape;176;p26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6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82" name="Google Shape;182;p2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0" name="Google Shape;190;p27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1" name="Google Shape;191;p27"/>
          <p:cNvSpPr txBox="1"/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1154954" y="5033068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1154954" y="2617299"/>
            <a:ext cx="312916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0" name="Google Shape;200;p28"/>
          <p:cNvSpPr txBox="1"/>
          <p:nvPr>
            <p:ph idx="2" type="body"/>
          </p:nvPr>
        </p:nvSpPr>
        <p:spPr>
          <a:xfrm>
            <a:off x="1154954" y="3193561"/>
            <a:ext cx="3129168" cy="2833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1" name="Google Shape;201;p28"/>
          <p:cNvSpPr txBox="1"/>
          <p:nvPr>
            <p:ph idx="3" type="body"/>
          </p:nvPr>
        </p:nvSpPr>
        <p:spPr>
          <a:xfrm>
            <a:off x="4512721" y="2603502"/>
            <a:ext cx="314538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2" name="Google Shape;202;p28"/>
          <p:cNvSpPr txBox="1"/>
          <p:nvPr>
            <p:ph idx="4" type="body"/>
          </p:nvPr>
        </p:nvSpPr>
        <p:spPr>
          <a:xfrm>
            <a:off x="4512721" y="3193561"/>
            <a:ext cx="3145380" cy="2833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3" name="Google Shape;203;p28"/>
          <p:cNvSpPr txBox="1"/>
          <p:nvPr>
            <p:ph idx="5" type="body"/>
          </p:nvPr>
        </p:nvSpPr>
        <p:spPr>
          <a:xfrm>
            <a:off x="7886700" y="2617299"/>
            <a:ext cx="3161029" cy="5762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4" name="Google Shape;204;p28"/>
          <p:cNvSpPr txBox="1"/>
          <p:nvPr>
            <p:ph idx="6" type="body"/>
          </p:nvPr>
        </p:nvSpPr>
        <p:spPr>
          <a:xfrm>
            <a:off x="7886700" y="3193561"/>
            <a:ext cx="3164719" cy="2833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784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28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784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8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8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1154952" y="4532845"/>
            <a:ext cx="30504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3" name="Google Shape;213;p29"/>
          <p:cNvSpPr/>
          <p:nvPr>
            <p:ph idx="2" type="pic"/>
          </p:nvPr>
        </p:nvSpPr>
        <p:spPr>
          <a:xfrm>
            <a:off x="1334552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14" name="Google Shape;214;p29"/>
          <p:cNvSpPr txBox="1"/>
          <p:nvPr>
            <p:ph idx="3" type="body"/>
          </p:nvPr>
        </p:nvSpPr>
        <p:spPr>
          <a:xfrm>
            <a:off x="1154953" y="5109107"/>
            <a:ext cx="3050437" cy="917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5" name="Google Shape;215;p29"/>
          <p:cNvSpPr txBox="1"/>
          <p:nvPr>
            <p:ph idx="4" type="body"/>
          </p:nvPr>
        </p:nvSpPr>
        <p:spPr>
          <a:xfrm>
            <a:off x="4572537" y="4532846"/>
            <a:ext cx="3046766" cy="651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6" name="Google Shape;216;p29"/>
          <p:cNvSpPr/>
          <p:nvPr>
            <p:ph idx="5" type="pic"/>
          </p:nvPr>
        </p:nvSpPr>
        <p:spPr>
          <a:xfrm>
            <a:off x="4748463" y="2603500"/>
            <a:ext cx="2691241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17" name="Google Shape;217;p29"/>
          <p:cNvSpPr txBox="1"/>
          <p:nvPr>
            <p:ph idx="6" type="body"/>
          </p:nvPr>
        </p:nvSpPr>
        <p:spPr>
          <a:xfrm>
            <a:off x="4568865" y="5184002"/>
            <a:ext cx="3050438" cy="843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8" name="Google Shape;218;p29"/>
          <p:cNvSpPr txBox="1"/>
          <p:nvPr>
            <p:ph idx="7" type="body"/>
          </p:nvPr>
        </p:nvSpPr>
        <p:spPr>
          <a:xfrm>
            <a:off x="7983434" y="4532847"/>
            <a:ext cx="3050438" cy="65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9" name="Google Shape;219;p29"/>
          <p:cNvSpPr/>
          <p:nvPr>
            <p:ph idx="8" type="pic"/>
          </p:nvPr>
        </p:nvSpPr>
        <p:spPr>
          <a:xfrm>
            <a:off x="8163031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20" name="Google Shape;220;p29"/>
          <p:cNvSpPr txBox="1"/>
          <p:nvPr>
            <p:ph idx="9" type="body"/>
          </p:nvPr>
        </p:nvSpPr>
        <p:spPr>
          <a:xfrm>
            <a:off x="7983434" y="5184001"/>
            <a:ext cx="3050437" cy="8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21" name="Google Shape;221;p29"/>
          <p:cNvCxnSpPr/>
          <p:nvPr/>
        </p:nvCxnSpPr>
        <p:spPr>
          <a:xfrm>
            <a:off x="4388153" y="2603500"/>
            <a:ext cx="0" cy="3517594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9"/>
          <p:cNvCxnSpPr/>
          <p:nvPr/>
        </p:nvCxnSpPr>
        <p:spPr>
          <a:xfrm>
            <a:off x="7801905" y="2603500"/>
            <a:ext cx="0" cy="34925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9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9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1154953" y="973668"/>
            <a:ext cx="8825660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 rot="5400000">
            <a:off x="3827511" y="-69056"/>
            <a:ext cx="3416300" cy="8761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9" name="Google Shape;229;p30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0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3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34" name="Google Shape;234;p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3" name="Google Shape;243;p3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4" name="Google Shape;244;p31"/>
          <p:cNvSpPr txBox="1"/>
          <p:nvPr>
            <p:ph type="title"/>
          </p:nvPr>
        </p:nvSpPr>
        <p:spPr>
          <a:xfrm rot="5400000">
            <a:off x="6909428" y="2945796"/>
            <a:ext cx="4748589" cy="14139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 rot="5400000">
            <a:off x="1904432" y="528990"/>
            <a:ext cx="4748590" cy="624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4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7" name="Google Shape;7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4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" name="Google Shape;15;p1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" name="Google Shape;16;p1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"/>
          <p:cNvSpPr txBox="1"/>
          <p:nvPr>
            <p:ph type="title"/>
          </p:nvPr>
        </p:nvSpPr>
        <p:spPr>
          <a:xfrm>
            <a:off x="1267553" y="1051649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Maze Runner Game</a:t>
            </a:r>
            <a:endParaRPr/>
          </a:p>
        </p:txBody>
      </p:sp>
      <p:pic>
        <p:nvPicPr>
          <p:cNvPr descr="A blue and red text on a black background&#10;&#10;AI-generated content may be incorrect." id="255" name="Google Shape;2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283" y="3641907"/>
            <a:ext cx="5001318" cy="108019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"/>
          <p:cNvSpPr txBox="1"/>
          <p:nvPr>
            <p:ph idx="1" type="body"/>
          </p:nvPr>
        </p:nvSpPr>
        <p:spPr>
          <a:xfrm>
            <a:off x="1230406" y="4814047"/>
            <a:ext cx="8935570" cy="179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BIT II Semester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Bipin Tamang [322640]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Dikshant Khanal [322642]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Soviet Khaling Rai [322667]</a:t>
            </a:r>
            <a:endParaRPr/>
          </a:p>
        </p:txBody>
      </p:sp>
      <p:pic>
        <p:nvPicPr>
          <p:cNvPr id="257" name="Google Shape;2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224" y="2286339"/>
            <a:ext cx="1453436" cy="136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Contents / Agenda</a:t>
            </a:r>
            <a:endParaRPr/>
          </a:p>
        </p:txBody>
      </p:sp>
      <p:sp>
        <p:nvSpPr>
          <p:cNvPr id="263" name="Google Shape;263;p2"/>
          <p:cNvSpPr txBox="1"/>
          <p:nvPr>
            <p:ph idx="1" type="body"/>
          </p:nvPr>
        </p:nvSpPr>
        <p:spPr>
          <a:xfrm>
            <a:off x="986118" y="2178424"/>
            <a:ext cx="8930249" cy="4554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Problem Statements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Platform (Development Environment)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"/>
          <p:cNvSpPr txBox="1"/>
          <p:nvPr>
            <p:ph type="title"/>
          </p:nvPr>
        </p:nvSpPr>
        <p:spPr>
          <a:xfrm>
            <a:off x="1255058" y="963706"/>
            <a:ext cx="8661309" cy="118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69" name="Google Shape;269;p3"/>
          <p:cNvSpPr txBox="1"/>
          <p:nvPr>
            <p:ph idx="1" type="body"/>
          </p:nvPr>
        </p:nvSpPr>
        <p:spPr>
          <a:xfrm>
            <a:off x="1154954" y="2603499"/>
            <a:ext cx="9808881" cy="373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Maze Runner is a console-based game where the player navigates through a maze to reach the goal while avoiding obstacles.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move the player from the starting point to the endpoint in the shortest path without hitting walls or traps.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/>
          <p:nvPr>
            <p:ph type="title"/>
          </p:nvPr>
        </p:nvSpPr>
        <p:spPr>
          <a:xfrm>
            <a:off x="1290919" y="995083"/>
            <a:ext cx="8625448" cy="10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Problem Statements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75" name="Google Shape;275;p4"/>
          <p:cNvSpPr txBox="1"/>
          <p:nvPr>
            <p:ph idx="1" type="body"/>
          </p:nvPr>
        </p:nvSpPr>
        <p:spPr>
          <a:xfrm>
            <a:off x="1074272" y="1859429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Console based game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Collision and Boundary Management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User Input and Movement Handling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Maze Navigation Logic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"/>
          <p:cNvSpPr txBox="1"/>
          <p:nvPr>
            <p:ph type="title"/>
          </p:nvPr>
        </p:nvSpPr>
        <p:spPr>
          <a:xfrm>
            <a:off x="1154955" y="1026459"/>
            <a:ext cx="8761412" cy="932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81" name="Google Shape;281;p5"/>
          <p:cNvSpPr txBox="1"/>
          <p:nvPr>
            <p:ph idx="1" type="body"/>
          </p:nvPr>
        </p:nvSpPr>
        <p:spPr>
          <a:xfrm>
            <a:off x="1092202" y="2289735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Developing Logical Thinking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Foundation for Game Development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Strengthen Problem-Solving Skills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Building a Portfolio Project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 txBox="1"/>
          <p:nvPr>
            <p:ph type="title"/>
          </p:nvPr>
        </p:nvSpPr>
        <p:spPr>
          <a:xfrm>
            <a:off x="1084729" y="1004048"/>
            <a:ext cx="88316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87" name="Google Shape;287;p6"/>
          <p:cNvSpPr txBox="1"/>
          <p:nvPr>
            <p:ph idx="1" type="body"/>
          </p:nvPr>
        </p:nvSpPr>
        <p:spPr>
          <a:xfrm>
            <a:off x="1219199" y="2603500"/>
            <a:ext cx="8697167" cy="39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Player Movement with Keyboard Input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Maze Generation and Display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Start and End Point in Maze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Collision Detection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Win Condition Check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Customizable Maze Size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Game Restart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"/>
          <p:cNvSpPr txBox="1"/>
          <p:nvPr>
            <p:ph type="title"/>
          </p:nvPr>
        </p:nvSpPr>
        <p:spPr>
          <a:xfrm>
            <a:off x="1083237" y="995082"/>
            <a:ext cx="8761412" cy="1035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93" name="Google Shape;293;p7"/>
          <p:cNvSpPr txBox="1"/>
          <p:nvPr>
            <p:ph idx="1" type="body"/>
          </p:nvPr>
        </p:nvSpPr>
        <p:spPr>
          <a:xfrm>
            <a:off x="1172884" y="2630394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design collision detection and scoring system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design and implement a function maze game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/>
          </a:p>
        </p:txBody>
      </p:sp>
      <p:sp>
        <p:nvSpPr>
          <p:cNvPr id="299" name="Google Shape;299;p8"/>
          <p:cNvSpPr txBox="1"/>
          <p:nvPr>
            <p:ph idx="1" type="body"/>
          </p:nvPr>
        </p:nvSpPr>
        <p:spPr>
          <a:xfrm>
            <a:off x="488951" y="2151530"/>
            <a:ext cx="5607049" cy="470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1: Start the program.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2: Display the main menu with options: Start Game, High Scores, and Exit.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3: Read user's menu choice.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4:  If Start Game is selected: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	 • Display difficulty menu (Easy, Medium, Hard).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	 • Configure game settings based on selected difficulty.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5:  Generate a random maze according to the chosen difficulty.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6: Initialize player position, lives, score, and timer.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7: Start the game loop while player has lives, has not quit, and exit is not reached: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       • Display maze, player position, lives, time, and score.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	 • Read player movement input (W, A, S, D)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	 •If player hits a wall, reduce one life.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	 •If player presses X, quit the game.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	 •Update steps and score.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Step 8: If player reaches the exit, declare Victory.	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192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6007100" y="2222500"/>
            <a:ext cx="418465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9: If lives become zero or player quits, declare Game Over.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10:  If victory is achieved, take player name and save score       	to the high score file.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11:  Ask the player whether to play again.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12: If Yes, generate a new maze and restart the game.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13: If No, return to the main menu.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14: If High Scores is selected from the menu, display 	stored scores and return to the menu.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15 :  If Exit is selected, terminate the program.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16 : End.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/>
          </a:p>
        </p:txBody>
      </p:sp>
      <p:pic>
        <p:nvPicPr>
          <p:cNvPr id="306" name="Google Shape;30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8623" y="2271805"/>
            <a:ext cx="3217424" cy="4487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>
            <p:ph type="title"/>
          </p:nvPr>
        </p:nvSpPr>
        <p:spPr>
          <a:xfrm>
            <a:off x="1362636" y="995082"/>
            <a:ext cx="8679237" cy="1079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Platform (Development Environment)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12" name="Google Shape;312;p10"/>
          <p:cNvSpPr txBox="1"/>
          <p:nvPr>
            <p:ph idx="1" type="body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Programming Language: C++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Database: File Handling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Development Tools: Dev C++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Compiler: GCC(GNU Compiler Collection)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Operating System: Windows 11/ MacOS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/>
          </a:p>
        </p:txBody>
      </p:sp>
      <p:pic>
        <p:nvPicPr>
          <p:cNvPr id="318" name="Google Shape;31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05" l="0" r="6928" t="5975"/>
          <a:stretch/>
        </p:blipFill>
        <p:spPr>
          <a:xfrm>
            <a:off x="2734234" y="2303929"/>
            <a:ext cx="6418731" cy="467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type="title"/>
          </p:nvPr>
        </p:nvSpPr>
        <p:spPr>
          <a:xfrm>
            <a:off x="1154955" y="1039906"/>
            <a:ext cx="8761412" cy="81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24" name="Google Shape;324;p12"/>
          <p:cNvSpPr txBox="1"/>
          <p:nvPr>
            <p:ph idx="1" type="body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Core game features like maze generation, player movement, and collision detection were effectively implemented.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Player movement and control were smooth and user-friendly.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Questions/Queries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2025-07-15T15:10:50Z</dcterms:created>
  <dc:creator>Administrator</dc:creator>
</cp:coreProperties>
</file>